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9aac0dcb2745e0" /><Relationship Type="http://schemas.openxmlformats.org/officeDocument/2006/relationships/extended-properties" Target="/docProps/app.xml" Id="Rf8fd326995624286" /><Relationship Type="http://schemas.openxmlformats.org/officeDocument/2006/relationships/officeDocument" Target="/ppt/presentation.xml" Id="R888aee1ff6df4a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6a5bcf9d44966"/>
  </p:sldMasterIdLst>
  <p:notesMasterIdLst>
    <p:notesMasterId xmlns:r="http://schemas.openxmlformats.org/officeDocument/2006/relationships" r:id="Rb09522c97fb548b8"/>
  </p:notesMasterIdLst>
  <p:sldIdLst>
    <p:sldId xmlns:r="http://schemas.openxmlformats.org/officeDocument/2006/relationships" id="256" r:id="R39a7149453014d30"/>
    <p:sldId xmlns:r="http://schemas.openxmlformats.org/officeDocument/2006/relationships" id="257" r:id="Rb3e3df916aeb453f"/>
    <p:sldId xmlns:r="http://schemas.openxmlformats.org/officeDocument/2006/relationships" id="258" r:id="Ra23c6f02f89c4780"/>
    <p:sldId xmlns:r="http://schemas.openxmlformats.org/officeDocument/2006/relationships" id="259" r:id="R7e25246b1e19479a"/>
    <p:sldId xmlns:r="http://schemas.openxmlformats.org/officeDocument/2006/relationships" id="260" r:id="Rb5ce9367a9a74519"/>
    <p:sldId xmlns:r="http://schemas.openxmlformats.org/officeDocument/2006/relationships" id="261" r:id="R5ca0a826544542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1dcc2331341d7" /><Relationship Type="http://schemas.openxmlformats.org/officeDocument/2006/relationships/slideMaster" Target="/ppt/slideMasters/slideMaster1.xml" Id="R6a66a5bcf9d44966" /><Relationship Type="http://schemas.openxmlformats.org/officeDocument/2006/relationships/notesMaster" Target="/ppt/notesMasters/notesMaster1.xml" Id="Rb09522c97fb548b8" /><Relationship Type="http://schemas.openxmlformats.org/officeDocument/2006/relationships/presProps" Target="/ppt/presProps.xml" Id="R1746567e09794bdf" /><Relationship Type="http://schemas.openxmlformats.org/officeDocument/2006/relationships/tableStyles" Target="/ppt/tableStyles.xml" Id="R61cb40a698564c95" /><Relationship Type="http://schemas.openxmlformats.org/officeDocument/2006/relationships/slide" Target="/ppt/slides/slide1.xml" Id="R39a7149453014d30" /><Relationship Type="http://schemas.openxmlformats.org/officeDocument/2006/relationships/slide" Target="/ppt/slides/slide2.xml" Id="Rb3e3df916aeb453f" /><Relationship Type="http://schemas.openxmlformats.org/officeDocument/2006/relationships/slide" Target="/ppt/slides/slide3.xml" Id="Ra23c6f02f89c4780" /><Relationship Type="http://schemas.openxmlformats.org/officeDocument/2006/relationships/slide" Target="/ppt/slides/slide4.xml" Id="R7e25246b1e19479a" /><Relationship Type="http://schemas.openxmlformats.org/officeDocument/2006/relationships/slide" Target="/ppt/slides/slide5.xml" Id="Rb5ce9367a9a74519" /><Relationship Type="http://schemas.openxmlformats.org/officeDocument/2006/relationships/slide" Target="/ppt/slides/slide6.xml" Id="R5ca0a8265445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937ca40ba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d7d27014d24b7f" /><Relationship Type="http://schemas.openxmlformats.org/officeDocument/2006/relationships/notesMaster" Target="/ppt/notesMasters/notesMaster1.xml" Id="Ra12dfc90fc6946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f95339a2894f30" /><Relationship Type="http://schemas.openxmlformats.org/officeDocument/2006/relationships/notesMaster" Target="/ppt/notesMasters/notesMaster1.xml" Id="R2a0a1182f9bd45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a7e467ca024a81" /><Relationship Type="http://schemas.openxmlformats.org/officeDocument/2006/relationships/notesMaster" Target="/ppt/notesMasters/notesMaster1.xml" Id="R7c0066e41a0645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e6cff218ba42bf" /><Relationship Type="http://schemas.openxmlformats.org/officeDocument/2006/relationships/notesMaster" Target="/ppt/notesMasters/notesMaster1.xml" Id="R0a7f74b5764d4a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e9588ab461423a" /><Relationship Type="http://schemas.openxmlformats.org/officeDocument/2006/relationships/notesMaster" Target="/ppt/notesMasters/notesMaster1.xml" Id="Ra06e38e6947e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929176ec34ead" /><Relationship Type="http://schemas.openxmlformats.org/officeDocument/2006/relationships/notesMaster" Target="/ppt/notesMasters/notesMaster1.xml" Id="R0283e32100f7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e4dad941a48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53f9005ee405c" /><Relationship Type="http://schemas.openxmlformats.org/officeDocument/2006/relationships/slideLayout" Target="/ppt/slideLayouts/slideLayout1.xml" Id="Rc63290b10f72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290b10f72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87c985e04be3" /><Relationship Type="http://schemas.openxmlformats.org/officeDocument/2006/relationships/notesSlide" Target="/ppt/notesSlides/notesSlide1.xml" Id="R7297305eb88e47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88d71ba441dd" /><Relationship Type="http://schemas.openxmlformats.org/officeDocument/2006/relationships/notesSlide" Target="/ppt/notesSlides/notesSlide2.xml" Id="R6b3f5678464249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78192994940f1" /><Relationship Type="http://schemas.openxmlformats.org/officeDocument/2006/relationships/notesSlide" Target="/ppt/notesSlides/notesSlide3.xml" Id="R4db3544317ab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597506f40463e" /><Relationship Type="http://schemas.openxmlformats.org/officeDocument/2006/relationships/notesSlide" Target="/ppt/notesSlides/notesSlide4.xml" Id="R8a7481365dad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b18a291a541f3" /><Relationship Type="http://schemas.openxmlformats.org/officeDocument/2006/relationships/notesSlide" Target="/ppt/notesSlides/notesSlide5.xml" Id="R0c137fa3c235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a1fd3f3254087" /><Relationship Type="http://schemas.openxmlformats.org/officeDocument/2006/relationships/notesSlide" Target="/ppt/notesSlides/notesSlide6.xml" Id="Rf36f4cc492e045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27802-4087-459C-9293-223C5DE8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F9637-1C59-40A1-9A57-09857FD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B1C1A-4DB7-4995-8D3C-D2C28CBB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AA4C4-EF26-48EF-8521-E7EB849E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I think we need</a:t>
            </a:r>
          </a:p>
          <a:p xmlns:a="http://schemas.openxmlformats.org/drawingml/2006/main">
            <a:pPr>
              <a:defRPr sz="4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to get honest about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E68DF-77FF-4762-BB4B-5498CC7B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I’ve gone through what you sent me. I understand the company you’re trying to build. This is a way to work out what has to happen next for that company to become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D3DFB-A1F5-4FEA-B19B-C843FD30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8CE9-9F9A-4CF8-B8A9-3EBA8F8B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61AC1-0FE3-4976-8CF3-8A2C494F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Commitment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B949F-06C9-4B20-BCBA-5ED83C5D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September 8, 2026</a:t>
            </a:r>
          </a:p>
        </p:txBody>
      </p:sp>
    </p:spTree>
    <p:extLst>
      <p:ext uri="{BB962C8B-B14F-4D97-AF65-F5344CB8AC3E}">
        <p14:creationId xmlns:p14="http://schemas.microsoft.com/office/powerpoint/2010/main" val="1542935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F02C5-DFF2-44FA-AE5D-B7F0952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9F6D8-1E05-46A6-A796-DE9A38CF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69619-6522-4ACA-B388-CDD11FE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96C0-28AF-4A36-8D3A-5B6AFC00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we’re actually deciding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BEDC5-29A0-4CA2-A073-FBD69452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 don’t think the question is whether the thesis is interesting. I think the question is what turns it into a company.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8F015-241D-4A7B-BE68-642B251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8AAB7-7902-45D9-B65C-D7F7CB3D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E4674-6136-4FB6-B84B-89EACD55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4BC08-53F5-44E2-BEAD-FDED2551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What you’re building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58069-4DB4-40A7-AEEE-F285E74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An independent evidence and trust layer for consequential workforce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E4BFE-B1F5-487F-B401-F58A7D4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E4111-D253-488E-85D6-3173019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What I’m worried about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C98C7-896F-4EEA-AD6D-03F4EB8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Research and a product idea don’t yet create a capital plan, a company, or an acquisition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DD8A5-7BCE-444B-8709-9142012E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FA104-401A-4B2E-8033-F139FDD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What I want us to leave with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FC4D8-0B42-4420-B5D2-1E09FD2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route we agree on, what it needs to prove, and who has to commit to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35919-04F0-4FA1-AC12-868BC995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Who besides you needs to believe this enough to put something at risk?</a:t>
            </a:r>
          </a:p>
        </p:txBody>
      </p:sp>
    </p:spTree>
    <p:extLst>
      <p:ext uri="{BB962C8B-B14F-4D97-AF65-F5344CB8AC3E}">
        <p14:creationId xmlns:p14="http://schemas.microsoft.com/office/powerpoint/2010/main" val="1501003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E9A5D-2907-4506-9B61-67DB61F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9C08C-AAD9-41DF-A545-4AEE64E0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D45A9-ABC5-416B-A7B4-1C58ADC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D1870-999E-418A-8E79-8791A634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There are a few ways to get from idea to money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66F9F-065E-4FEA-A0AD-57529C69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We need to choose the one you’re actually trying to do for the next 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08472-2B62-4AAD-949A-5D99A1D7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79C5D-39A6-450B-ACE7-6119A612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ABF5D-AA28-4CED-8832-91A6DD1F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1E611-A2C8-4178-90D3-FECBBA4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Customer-funded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7D0CE-5B7C-4871-88F6-0E6A75CC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Paying customers show there’s a painful problem, a product people value, and a path to repeatable revenue.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6EA56-DC53-4A3F-9F8F-F54DB613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14600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8BA3D-5F19-4CF5-8E53-6A34FD80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Pre-seed or angel-funded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95FD5-3F90-4790-BD76-0633A225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575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Capital helps a real team move faster against a clear plan. It doesn’t replace evidence that other people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66CB4-C2B6-429C-A857-38BC51A8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00D7C-E8C2-4617-B552-416973D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Strategic-partner-led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60F39-2C42-44B4-A5B9-80AF67A3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serious institution or platform has a real gap and is willing to put time, reputation, or money behind working with you.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D7F69-D0C5-4742-979F-2FF8EA33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48125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AE9C7-5B72-4652-B7AB-BBBDE0C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19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86B30-E3EB-425B-94D5-1AA72F9B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9105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Something that might happen after UNI has built a team, customers, and an asset a buyer wants.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7026E-789B-4867-9C0A-20E14FF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Which one is the plan, and what would tell us it’s working?</a:t>
            </a:r>
          </a:p>
        </p:txBody>
      </p:sp>
    </p:spTree>
    <p:extLst>
      <p:ext uri="{BB962C8B-B14F-4D97-AF65-F5344CB8AC3E}">
        <p14:creationId xmlns:p14="http://schemas.microsoft.com/office/powerpoint/2010/main" val="151516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6E386-FB74-4E2D-9F7A-A6595243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671A1-783F-45BB-8A3C-85EB16B9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839E4-BDC1-4DC3-9BDC-28B6880E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E7385-B3F4-4911-8001-3C80712F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someone else has to see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43FCE-9B2C-4C69-A162-515F6D5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If you want money, somebody outside UNI has to see more than a smart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EE641-3705-4356-9487-91A6CA5C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6A228-5E39-4050-AED1-00842078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85995-A8CC-4B02-A2D8-A87C91D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65C5D-BBF9-407E-95D3-6554A2D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20FDB-C2E9-4552-A865-FB19066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is building this with you? What has to be in the company or formally committed?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6F246-57AA-4DD4-8818-B63FCD75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57976-1930-4853-83BC-7B3C78B4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 real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BAFF6-B3F8-45D5-9B79-D420AA5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will put something at risk: a customer, a design partner, an investor, or an institution?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79CB6-69FE-4730-9DE0-702F75B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4B646-412A-4BE6-BA53-841B274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Something that 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A8A81-9111-4970-BE6A-1E7D8E7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What’s the smallest thing UNI can put in the world that proves its point?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4E963-35EC-4BD7-9B93-2EAEBBF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BEE9D-144D-4667-A789-85EA426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An asset that grows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24412-6DF7-4800-B284-407E999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does UNI build that a big incumbent can’t just copy later?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9EF10-1A83-4A99-B19D-22F6363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What would make us say, a year from now, that this is working?</a:t>
            </a:r>
          </a:p>
        </p:txBody>
      </p:sp>
    </p:spTree>
    <p:extLst>
      <p:ext uri="{BB962C8B-B14F-4D97-AF65-F5344CB8AC3E}">
        <p14:creationId xmlns:p14="http://schemas.microsoft.com/office/powerpoint/2010/main" val="2142518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4E49D-AABC-4A0F-BE78-60F9343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2FBD-3C85-4F76-9890-53D7C26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6FAA1-511D-47D7-80B1-3563F3E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D07D2-A698-4C67-B9B0-D0A068F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customer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9B7AE-1CED-445D-A63A-CC01E61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I don’t think early customers automatically make UNI a hiring-assessment company. It depends on what they buy and what it proves.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65EB2-A53C-4168-8069-FE588C46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E6363-EFC1-4F8B-A896-72AEEC0B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29DA5-DF8F-4EDE-BE29-DBB2FC7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job is to find a first use case that creates real value for the customer and demonstrates the larger trust-layer idea.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07770-5B1E-4783-AAB2-002A6C77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77AB9-C079-4779-82C1-AA098BDF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EEDCB-44AD-4B87-AE42-A7C16A5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Which workforce decision do we start with?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5C4C5-6976-4E0E-9140-FBE64C78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E4463-D8C3-469E-A345-6A9FD933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thing UNI makes real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9E01F-8482-4917-9A71-74624C23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record, credential, or proof object does the customer actually use?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59C5B-3C43-4515-B19A-A6F7A2E4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85E46-5438-4851-8D1F-C546DFD8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AF45A-97B4-4885-8977-5DABF35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will rely on it strongly enough to create proof that matters?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21ADE-8D97-49F7-9C9B-721C128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Question: What would make an investor say this is more than another assessment product?</a:t>
            </a:r>
          </a:p>
        </p:txBody>
      </p:sp>
    </p:spTree>
    <p:extLst>
      <p:ext uri="{BB962C8B-B14F-4D97-AF65-F5344CB8AC3E}">
        <p14:creationId xmlns:p14="http://schemas.microsoft.com/office/powerpoint/2010/main" val="897823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EA3DD-3F85-430A-9466-168A0B4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A135B-B43D-4056-B403-D2968E0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LLC  ·  WORKING SESSION WITH LEE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EB44-533B-4CF6-BBF0-488F930E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C1A72-6016-49C6-860D-7A5090ED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Where we land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2B997-6F80-4755-BCE6-52AF9943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This doesn’t need to be perfect today. It needs to be honest enough for us to see what needs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D94B7-70C8-4ED4-8963-D7A3D990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E3DA3-80D1-4918-A1C3-9F1F4238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SEPTEMBER 8,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19AA7-28B2-49D1-87C5-616EEEF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BEB06-6D70-4811-A809-1F63C5F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Route we chose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F289-88E9-4F9B-958D-7BFD4541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10B98-9811-4E58-B12A-CB0167C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6FFBF-26B0-4CD9-BA99-D974C597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47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What we need to prove in 12 months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49B1B-AC2D-4CCF-BA7A-21B81AF6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194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7C5AA-65C4-423D-B783-B1D7D6D2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BA1DC-3B5C-41B5-9817-1ACDF9E9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Who has to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AB68A-21CD-41E5-AB7D-0409F980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BCDFF-02A4-4C68-BB8D-3657F9BF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76675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6BCD6-35BD-4CA5-BB02-39B5ADA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481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Asset UNI needs to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FFB62-8F3A-4B7C-A6EB-7D86446D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196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97E98-D286-4F51-A217-5B1F9813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next rational decision: _________________________________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183BD-9E07-47E0-8822-073D863A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We don’t need to predict a specific acquisition. We need to know what would make this company worth funding and eventually worth buying.</a:t>
            </a:r>
          </a:p>
        </p:txBody>
      </p:sp>
    </p:spTree>
    <p:extLst>
      <p:ext uri="{BB962C8B-B14F-4D97-AF65-F5344CB8AC3E}">
        <p14:creationId xmlns:p14="http://schemas.microsoft.com/office/powerpoint/2010/main" val="2045095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2026-09-04T21:16:13.4450000Z</dcterms:created>
  <dcterms:modified xsi:type="dcterms:W3CDTF">2026-09-04T21:16:13.4450000Z</dcterms:modified>
</coreProperties>
</file>