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28ba9e7f7940a9" /><Relationship Type="http://schemas.openxmlformats.org/officeDocument/2006/relationships/extended-properties" Target="/docProps/app.xml" Id="Rd5e4e5dbd1ec4edf" /><Relationship Type="http://schemas.openxmlformats.org/officeDocument/2006/relationships/officeDocument" Target="/ppt/presentation.xml" Id="Rb22e347decfe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287d523eb4757"/>
  </p:sldMasterIdLst>
  <p:notesMasterIdLst>
    <p:notesMasterId xmlns:r="http://schemas.openxmlformats.org/officeDocument/2006/relationships" r:id="R42f58333487846ae"/>
  </p:notesMasterIdLst>
  <p:sldIdLst>
    <p:sldId xmlns:r="http://schemas.openxmlformats.org/officeDocument/2006/relationships" id="256" r:id="Rea8034983c944c6b"/>
    <p:sldId xmlns:r="http://schemas.openxmlformats.org/officeDocument/2006/relationships" id="257" r:id="R21d684eca9244ea0"/>
    <p:sldId xmlns:r="http://schemas.openxmlformats.org/officeDocument/2006/relationships" id="258" r:id="R60f5e67237fb4c8c"/>
    <p:sldId xmlns:r="http://schemas.openxmlformats.org/officeDocument/2006/relationships" id="259" r:id="R3b390205407344c6"/>
    <p:sldId xmlns:r="http://schemas.openxmlformats.org/officeDocument/2006/relationships" id="260" r:id="Rdacb091f6aab4fa0"/>
    <p:sldId xmlns:r="http://schemas.openxmlformats.org/officeDocument/2006/relationships" id="261" r:id="R23699bbdda9a47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c18941f6f4d49" /><Relationship Type="http://schemas.openxmlformats.org/officeDocument/2006/relationships/slideMaster" Target="/ppt/slideMasters/slideMaster1.xml" Id="Rc82287d523eb4757" /><Relationship Type="http://schemas.openxmlformats.org/officeDocument/2006/relationships/notesMaster" Target="/ppt/notesMasters/notesMaster1.xml" Id="R42f58333487846ae" /><Relationship Type="http://schemas.openxmlformats.org/officeDocument/2006/relationships/presProps" Target="/ppt/presProps.xml" Id="Rf7ef2f744f294170" /><Relationship Type="http://schemas.openxmlformats.org/officeDocument/2006/relationships/tableStyles" Target="/ppt/tableStyles.xml" Id="Rc340e02224a543d4" /><Relationship Type="http://schemas.openxmlformats.org/officeDocument/2006/relationships/slide" Target="/ppt/slides/slide1.xml" Id="Rea8034983c944c6b" /><Relationship Type="http://schemas.openxmlformats.org/officeDocument/2006/relationships/slide" Target="/ppt/slides/slide2.xml" Id="R21d684eca9244ea0" /><Relationship Type="http://schemas.openxmlformats.org/officeDocument/2006/relationships/slide" Target="/ppt/slides/slide3.xml" Id="R60f5e67237fb4c8c" /><Relationship Type="http://schemas.openxmlformats.org/officeDocument/2006/relationships/slide" Target="/ppt/slides/slide4.xml" Id="R3b390205407344c6" /><Relationship Type="http://schemas.openxmlformats.org/officeDocument/2006/relationships/slide" Target="/ppt/slides/slide5.xml" Id="Rdacb091f6aab4fa0" /><Relationship Type="http://schemas.openxmlformats.org/officeDocument/2006/relationships/slide" Target="/ppt/slides/slide6.xml" Id="R23699bbdda9a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436762a48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ad357a9cc4d01" /><Relationship Type="http://schemas.openxmlformats.org/officeDocument/2006/relationships/notesMaster" Target="/ppt/notesMasters/notesMaster1.xml" Id="Rbb52401c253c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dae43373cb4d7d" /><Relationship Type="http://schemas.openxmlformats.org/officeDocument/2006/relationships/notesMaster" Target="/ppt/notesMasters/notesMaster1.xml" Id="R7cd3a9bf64954e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672e95dc44085" /><Relationship Type="http://schemas.openxmlformats.org/officeDocument/2006/relationships/notesMaster" Target="/ppt/notesMasters/notesMaster1.xml" Id="R10358f184a2845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0ccf14279c446d" /><Relationship Type="http://schemas.openxmlformats.org/officeDocument/2006/relationships/notesMaster" Target="/ppt/notesMasters/notesMaster1.xml" Id="Re6683d2bd0a340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2a14efe3f048dd" /><Relationship Type="http://schemas.openxmlformats.org/officeDocument/2006/relationships/notesMaster" Target="/ppt/notesMasters/notesMaster1.xml" Id="R0cc5c426c79b48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8f07879e44243" /><Relationship Type="http://schemas.openxmlformats.org/officeDocument/2006/relationships/notesMaster" Target="/ppt/notesMasters/notesMaster1.xml" Id="R2abb0eb576c3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331a2f1ea40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0e118525443a5" /><Relationship Type="http://schemas.openxmlformats.org/officeDocument/2006/relationships/slideLayout" Target="/ppt/slideLayouts/slideLayout1.xml" Id="Rb142d9218078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42d9218078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4e7f4c55d4422" /><Relationship Type="http://schemas.openxmlformats.org/officeDocument/2006/relationships/notesSlide" Target="/ppt/notesSlides/notesSlide1.xml" Id="Rfeb46d7afaee4c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15a2746264a70" /><Relationship Type="http://schemas.openxmlformats.org/officeDocument/2006/relationships/notesSlide" Target="/ppt/notesSlides/notesSlide2.xml" Id="Rccc22c07cddf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9f5ff4fef4a6c" /><Relationship Type="http://schemas.openxmlformats.org/officeDocument/2006/relationships/notesSlide" Target="/ppt/notesSlides/notesSlide3.xml" Id="Rcf2c954da73840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674ef8e12475e" /><Relationship Type="http://schemas.openxmlformats.org/officeDocument/2006/relationships/notesSlide" Target="/ppt/notesSlides/notesSlide4.xml" Id="R06ef7a54be35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34aaf77c440e" /><Relationship Type="http://schemas.openxmlformats.org/officeDocument/2006/relationships/notesSlide" Target="/ppt/notesSlides/notesSlide5.xml" Id="R9ce5c8b4551c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37d9c3c1b4aa3" /><Relationship Type="http://schemas.openxmlformats.org/officeDocument/2006/relationships/notesSlide" Target="/ppt/notesSlides/notesSlide6.xml" Id="R9b1df7aa181e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FDC97-5BFE-4A15-88A8-5A91D5B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F67ED-B214-40C6-857E-867FBF6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CC8F9-BBD5-4009-88E8-00AD27AA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ACCB0-FE2A-4EAB-B85A-42F1916B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I think we need</a:t>
            </a:r>
          </a:p>
          <a:p xmlns:a="http://schemas.openxmlformats.org/drawingml/2006/main">
            <a:pPr>
              <a:defRPr sz="4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to get honest about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A27C0-3076-4CE8-BF5C-BDE880C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I’ve gone through what you sent me. I understand the company you’re trying to build. This is a way to work out what has to happen next for that company to become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E590D-1C46-402D-BBE8-C64CBFF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0A102-A918-4FDA-8028-B14C8FA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4870-9563-4234-8E50-767039F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Commitment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C70ED-5C62-438F-9578-48F35C8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September 8, 2026</a:t>
            </a:r>
          </a:p>
        </p:txBody>
      </p:sp>
    </p:spTree>
    <p:extLst>
      <p:ext uri="{BB962C8B-B14F-4D97-AF65-F5344CB8AC3E}">
        <p14:creationId xmlns:p14="http://schemas.microsoft.com/office/powerpoint/2010/main" val="837094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B6C49-0938-481F-9BCB-8DE4AB70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CC4E-E9EA-4543-AB10-B3BA102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E9795-700C-460A-B9AE-A2355E14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A6093-56F3-4CB5-9E28-7921A099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we’re actually deciding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CBF9C-DDCB-4741-9B46-8B44BB90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 don’t think the question is whether the thesis is interesting. I think the question is what turns it into a company.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2F91-2124-4E08-833C-E70DF8E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B252E-D751-4A76-B9F5-253CE80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E7734-F357-4447-B9EE-62B4DC9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4AE95-1684-4C45-82F5-84D12E2B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you’re building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00A1D-F9F4-4C93-9F3E-321D61F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An independent evidence and trust layer for consequential workforce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A6C49-9D06-4D58-A25D-2C837EC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49011-4A2C-4E2C-8041-C10BE59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I’m worried about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1C19B-0EB7-4510-80A3-8D8BC91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Research and a product idea don’t yet create a capital plan, a company, or an acquisition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D7A73-CEC5-48ED-96A1-D210562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B422B-3B9B-4B6A-BE81-5936AE71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I want us to leave with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7DC6D-45F0-42C5-AFF1-830E15B2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route we agree on, what it needs to prove, and who has to commit to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DC223-33F6-4C3C-8083-8D2430E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Who besides you needs to believe this enough to put something at risk?</a:t>
            </a:r>
          </a:p>
        </p:txBody>
      </p:sp>
    </p:spTree>
    <p:extLst>
      <p:ext uri="{BB962C8B-B14F-4D97-AF65-F5344CB8AC3E}">
        <p14:creationId xmlns:p14="http://schemas.microsoft.com/office/powerpoint/2010/main" val="203108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D79D1-219F-4626-B491-3615F392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A11E7-B658-45F6-9467-F70A7F1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B2012-3641-4901-A09F-D4C4E6D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0BAFD-FD3C-4B38-A9CB-FFD2051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There are a few ways to get from idea to money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9CDC-F5F1-4569-AE06-3DA755A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need to choose the one you’re actually trying to do for the next 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0671F-9BCF-42AD-9E2E-8BE3C730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1C47A-7DB9-4458-9CDC-43D34B76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F6252-E35C-4009-991B-1FA6AD6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B6BE6-D6FB-491B-A59E-DF276456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Customer-funded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CCA06-EB9A-4CC7-8CF6-5111EFCB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Paying customers show there’s a painful problem, a product people value, and a path to repeatable revenue.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72BE8-FC43-48DC-83CB-D50CA44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1C891-2645-4719-A595-BE21697C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Pre-seed or angel-funded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6F96A-B5CD-465F-88F0-4BDB0BF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Capital helps a real team move faster against a clear plan. It doesn’t replace evidence that other people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CC9F7-8532-455D-AAE6-9109934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CA6D-E65D-4FA1-9A86-3050C57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Strategic-partner-led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BAF8B-D8B1-41CE-8706-1FB8AA20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serious institution or platform has a real gap and is willing to put time, reputation, or money behind working with you.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CD21A-338F-4026-9798-59C28AD0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90DD3-8D67-400D-B99E-5E6681A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D0051-48B4-4E45-B4EA-270DAE4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Something that might happen after UNI has built a team, customers, and an asset a buyer wants.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47EDE-3AD6-47F5-85B7-99D9797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Which one is the plan, and what would tell us it’s working?</a:t>
            </a:r>
          </a:p>
        </p:txBody>
      </p:sp>
    </p:spTree>
    <p:extLst>
      <p:ext uri="{BB962C8B-B14F-4D97-AF65-F5344CB8AC3E}">
        <p14:creationId xmlns:p14="http://schemas.microsoft.com/office/powerpoint/2010/main" val="1191607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9FB7A-16C0-46B4-93DD-A4858DD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17566-F45A-4B5F-831B-4C475B89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97AA7-C775-40E3-80AF-F68DE9C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266D8-7616-4B2F-BF1E-8858D7A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someone else has to 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77F2F-1F5B-4409-941D-643E420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If you want money, somebody outside UNI has to see more than a smart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23E6C-E75B-4F91-9C1F-C643679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2122B-0623-42AE-9614-1A1E78C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9BFBB-9B9F-4EBA-9C14-F89A749E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A09BB-4672-4C41-8A25-E3C7209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CF43-02D1-4E15-A4F7-3D39CAC5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is building this with you? What has to be in the company or formally committed?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406CF-AB24-4FDB-ACA2-CE65AA1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093BC-9497-480F-9171-A120FFE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 real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B3EF4-78C0-4C26-9883-6ED4D381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will put something at risk: a customer, a design partner, an investor, or an institution?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AE26F-E7B6-40EC-A1E1-6CB6BA9C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5D0D9-FF1F-495D-AB15-E38991E6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Something that 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6353E-4875-42BD-ABFF-41AB9611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What’s the smallest thing UNI can put in the world that proves its point?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D7E7C-E8F4-46AD-A420-0448ADD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A3BBB-15F3-411C-B8F1-F1ADAC0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An asset that grows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A4EA9-B778-44C7-9C8A-A5DBA34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does UNI build that a big incumbent can’t just copy later?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8BE04-908C-4741-8789-442506A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What would make us say, a year from now, that this is working?</a:t>
            </a:r>
          </a:p>
        </p:txBody>
      </p:sp>
    </p:spTree>
    <p:extLst>
      <p:ext uri="{BB962C8B-B14F-4D97-AF65-F5344CB8AC3E}">
        <p14:creationId xmlns:p14="http://schemas.microsoft.com/office/powerpoint/2010/main" val="984942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AEDCC-B1E3-40A5-84AD-9C11E72B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FB3CF-2978-461E-BD3D-52FB5AB5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2D29B-BCAE-4E46-9C2F-4797414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9104F-C7C1-4E91-B13E-65CFE97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customer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989A5-251E-4E82-BE69-ECCD0A1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 don’t think early customers automatically make UNI a hiring-assessment company. It depends on what they buy and what it proves.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171F6-5B4F-4E6F-A404-3302356B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64216-E4E8-4A54-AABE-FC9DB5A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F31BA-A9F6-4A6B-9E39-AF4C4ABC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job is to find a first use case that creates real value for the customer and demonstrates the larger trust-layer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D9898-61E5-459C-A1C0-6898FF29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97891-B446-4176-B1A5-08E9C17F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FA8FD-4110-4711-9BA0-9CBE7031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Which workforce decision do we start with?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998DE-522D-4A1D-A0E1-FFB418E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A6B4B-56DB-40BC-A571-EE6CF9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thing UNI makes real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AA6FE-F6C5-4EAC-9B29-4793F231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record, credential, or proof object does the customer actually use?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A7EDD-8AE7-4DDB-9B05-0C2139A2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447A5-5EBB-4210-B793-6439FF6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259EE-9F4F-411F-9B84-8104EF2D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will rely on it strongly enough to create proof that matters?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0B44E-83BE-4F24-A44F-1C29570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Question: What would make an investor say this is more than another assessment product?</a:t>
            </a:r>
          </a:p>
        </p:txBody>
      </p:sp>
    </p:spTree>
    <p:extLst>
      <p:ext uri="{BB962C8B-B14F-4D97-AF65-F5344CB8AC3E}">
        <p14:creationId xmlns:p14="http://schemas.microsoft.com/office/powerpoint/2010/main" val="601260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5D789-B82A-48EE-9211-137E248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2197F-1E7F-41D0-9FDE-71CE3F1B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3F767-C401-4100-8B64-4EDDA0F9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07311-3E1D-4D5D-AEB4-E6C2DA4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Where we 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09390-569B-4D6B-A419-524597C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This doesn’t need to be perfect today. It needs to be honest enough for us to see what needs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37844-E67C-468A-854E-52636E6E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43E9C-267A-4B5F-BF65-A7C2A286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38DDA-3576-45A3-A97D-007B158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D9218-ECF3-4CD0-81E0-4386E884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Route we chose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98A9-5B14-4597-8921-2A3FE7D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04931-55F7-47B7-B727-B159CB55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E0CC5-343C-4039-81C4-3E817F01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we need to prove in 12 months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446AE-FFE8-44C1-99E1-3AF5B5B2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D51DD-AAA3-43BD-952B-AC4BEC1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0F250-DDCD-403D-A5B3-DFCC981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Who has to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AA1C6-537C-449E-B82D-951E2B88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18085-B24E-400B-A640-E1479C7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C85C8-ECE3-480F-B7DC-6DB7121A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Asset UNI needs to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22450-B575-4553-BB44-BDA9E7F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0105E-7CDB-4A36-9678-77BB7DD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next rational decision: _________________________________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911DE-8431-4821-95EB-A47ACB24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don’t need to predict a specific acquisition. We need to know what would make this company worth funding and eventually worth buying.</a:t>
            </a:r>
          </a:p>
        </p:txBody>
      </p:sp>
    </p:spTree>
    <p:extLst>
      <p:ext uri="{BB962C8B-B14F-4D97-AF65-F5344CB8AC3E}">
        <p14:creationId xmlns:p14="http://schemas.microsoft.com/office/powerpoint/2010/main" val="855750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2026-09-04T21:15:45.8590000Z</dcterms:created>
  <dcterms:modified xsi:type="dcterms:W3CDTF">2026-09-04T21:15:45.8590000Z</dcterms:modified>
</coreProperties>
</file>