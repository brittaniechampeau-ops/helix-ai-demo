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Webb Advisory Group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Operational Due Diligence · Management Assessment · Integration Risk</a:t>
            </a:r>
          </a:p>
          <a:p>
            <a:r>
              <a:t>Marcus Webb, Founder</a:t>
            </a:r>
          </a:p>
          <a:p>
            <a:r>
              <a:t>martin@webbadvisory.com | webbadvisory.com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We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 firms lose returns when management risk is invisible at close.</a:t>
            </a:r>
          </a:p>
          <a:p/>
          <a:p>
            <a:r>
              <a:t>Most ODD reports flag obvious risks.</a:t>
            </a:r>
          </a:p>
          <a:p>
            <a:r>
              <a:t>Ours surface the ones that show up in month four.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assess management team quality and organizational health before PE transactions close.</a:t>
            </a:r>
          </a:p>
          <a:p/>
          <a:p>
            <a:r>
              <a:t>• Structured management interviews (behavioral + situational)</a:t>
            </a:r>
          </a:p>
          <a:p>
            <a:r>
              <a:t>• Document review (board minutes, org charts, performance data)</a:t>
            </a:r>
          </a:p>
          <a:p>
            <a:r>
              <a:t>• Reference calls with industry contacts</a:t>
            </a:r>
          </a:p>
          <a:p>
            <a:r>
              <a:t>• Written assessment: Red flags · Yellow flags · Go/no-go recommendation</a:t>
            </a:r>
          </a:p>
          <a:p/>
          <a:p>
            <a:r>
              <a:t>Deliverable: 20–30 page assessment report with clear risk tiers and integration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We Work With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buyers: Lower-middle-market PE firms ($150M–$800M AUM)</a:t>
            </a:r>
          </a:p>
          <a:p>
            <a:r>
              <a:t>Deal context: Buyout transactions, $20M–$150M enterprise value</a:t>
            </a:r>
          </a:p>
          <a:p>
            <a:r>
              <a:t>Engaged 4–6 weeks pre-close alongside financial and legal diligence</a:t>
            </a:r>
          </a:p>
          <a:p/>
          <a:p>
            <a:r>
              <a:t>Current fund relationships:</a:t>
            </a:r>
          </a:p>
          <a:p>
            <a:r>
              <a:t>• Silverpoint Capital (primary — ~8 engagements)</a:t>
            </a:r>
          </a:p>
          <a:p>
            <a:r>
              <a:t>• Meridian Partners</a:t>
            </a:r>
          </a:p>
          <a:p>
            <a:r>
              <a:t>• Castlegate Equity</a:t>
            </a:r>
          </a:p>
          <a:p>
            <a:r>
              <a:t>• 5 additional relationships in early stages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Ohio Manufacturing Co.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Fund: Silverpoint Capital | Deal size: $47M EV | Close: 2024</a:t>
            </a:r>
          </a:p>
          <a:p/>
          <a:p>
            <a:r>
              <a:t>Situation: Strong management team on paper — Big 4 CFO, public-company COO.</a:t>
            </a:r>
          </a:p>
          <a:p>
            <a:r>
              <a:t>Standard ODD would have cleared them.</a:t>
            </a:r>
          </a:p>
          <a:p/>
          <a:p>
            <a:r>
              <a:t>What we found: COO's decision-making was fully consensus-driven.</a:t>
            </a:r>
          </a:p>
          <a:p>
            <a:r>
              <a:t>Nothing moved without full team buy-in — critical risk for PE-backed acceleration.</a:t>
            </a:r>
          </a:p>
          <a:p/>
          <a:p>
            <a:r>
              <a:t>Result: Silverpoint restructured incentives and embedded an operating partner day one.</a:t>
            </a:r>
          </a:p>
          <a:p>
            <a:r>
              <a:t>Client reported it as one of their cleanest first-year integrations.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6-year track record:</a:t>
            </a:r>
          </a:p>
          <a:p/>
          <a:p>
            <a:r>
              <a:t>• 40+ completed assessments across buyout transactions</a:t>
            </a:r>
          </a:p>
          <a:p>
            <a:r>
              <a:t>• 0 portfolio companies with management-related write-downs among assessed deals</a:t>
            </a:r>
          </a:p>
          <a:p>
            <a:r>
              <a:t>• 3 funds where we are embedded as preferred ODD provider</a:t>
            </a:r>
          </a:p>
          <a:p>
            <a:r>
              <a:t>• Average assessment: 4–6 weeks, $22K–$35K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Marcus Webb, Founder</a:t>
            </a:r>
          </a:p>
          <a:p>
            <a:r>
              <a:t>14 years in management consulting (McKinsey, then boutique)</a:t>
            </a:r>
          </a:p>
          <a:p>
            <a:r>
              <a:t>6 years building Webb Advisory | Certified in organizational psychology assessment</a:t>
            </a:r>
          </a:p>
          <a:p/>
          <a:p>
            <a:r>
              <a:t>Sarah Chen, Senior Consultant</a:t>
            </a:r>
          </a:p>
          <a:p>
            <a:r>
              <a:t>Former corporate development, mid-market industrials</a:t>
            </a:r>
          </a:p>
          <a:p>
            <a:r>
              <a:t>Specializes in founder-led business transitions</a:t>
            </a:r>
          </a:p>
          <a:p/>
          <a:p>
            <a:r>
              <a:t>James Okafor, Consultant</a:t>
            </a:r>
          </a:p>
          <a:p>
            <a:r>
              <a:t>8 years HR leadership, PE-backed portfolio companies</a:t>
            </a:r>
          </a:p>
          <a:p>
            <a:r>
              <a:t>Deep expertise in incentive structure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Entry — Management Risk Scan: $8,500 | 2 weeks</a:t>
            </a:r>
          </a:p>
          <a:p>
            <a:r>
              <a:t>Rapid pre-LOI read on a management team before committing to full diligence.</a:t>
            </a:r>
          </a:p>
          <a:p/>
          <a:p>
            <a:r>
              <a:t>Core — Full ODD Assessment: $22,000–$35,000 | 4–6 weeks</a:t>
            </a:r>
          </a:p>
          <a:p>
            <a:r>
              <a:t>Full assessment process. Standard engagement for pre-close diligence.</a:t>
            </a:r>
          </a:p>
          <a:p/>
          <a:p>
            <a:r>
              <a:t>Retained — Post-Close Advisory: $3,500/month | 3-month minimum</a:t>
            </a:r>
          </a:p>
          <a:p>
            <a:r>
              <a:t>Quarterly management health check-ins and integration monitoring post-close.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Let's start with a 30-minute call to discuss your upcoming deal pipeline.</a:t>
            </a:r>
          </a:p>
          <a:p/>
          <a:p>
            <a:r>
              <a:t>marcus@webbadvisory.com</a:t>
            </a:r>
          </a:p>
          <a:p>
            <a:r>
              <a:t>(312) 555-0147</a:t>
            </a:r>
          </a:p>
          <a:p>
            <a:r>
              <a:t>webbadvisory.com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